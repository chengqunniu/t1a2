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1122680"/>
            <a:ext cx="9144000" cy="861695"/>
          </a:xfrm>
        </p:spPr>
        <p:txBody>
          <a:bodyPr/>
          <a:p>
            <a:r>
              <a:rPr lang="en-US" sz="4000">
                <a:latin typeface="Arial Regular" panose="020B0604020202090204" charset="0"/>
                <a:cs typeface="Arial Regular" panose="020B0604020202090204" charset="0"/>
              </a:rPr>
              <a:t>Portfolio Website Presentation</a:t>
            </a:r>
            <a:endParaRPr lang="en-US" sz="4000">
              <a:latin typeface="Arial Regular" panose="020B0604020202090204" charset="0"/>
              <a:cs typeface="Arial Regular" panose="020B0604020202090204" charset="0"/>
            </a:endParaRPr>
          </a:p>
        </p:txBody>
      </p:sp>
      <p:sp>
        <p:nvSpPr>
          <p:cNvPr id="3" name="Subtitle 2"/>
          <p:cNvSpPr>
            <a:spLocks noGrp="1"/>
          </p:cNvSpPr>
          <p:nvPr>
            <p:ph type="subTitle" idx="1"/>
          </p:nvPr>
        </p:nvSpPr>
        <p:spPr/>
        <p:txBody>
          <a:bodyPr/>
          <a:p>
            <a:endParaRPr 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Sitemap</a:t>
            </a:r>
            <a:endParaRPr lang="en-US" sz="3200">
              <a:latin typeface="Arial Regular" panose="020B0604020202090204" charset="0"/>
              <a:cs typeface="Arial Regular" panose="020B0604020202090204" charset="0"/>
            </a:endParaRPr>
          </a:p>
        </p:txBody>
      </p:sp>
      <p:pic>
        <p:nvPicPr>
          <p:cNvPr id="4" name="Content Placeholder 3" descr="Sitemap.drawio"/>
          <p:cNvPicPr>
            <a:picLocks noChangeAspect="1"/>
          </p:cNvPicPr>
          <p:nvPr>
            <p:ph idx="1"/>
          </p:nvPr>
        </p:nvPicPr>
        <p:blipFill>
          <a:blip r:embed="rId1"/>
          <a:stretch>
            <a:fillRect/>
          </a:stretch>
        </p:blipFill>
        <p:spPr>
          <a:xfrm>
            <a:off x="1263650" y="2026285"/>
            <a:ext cx="9664700" cy="3949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WireFrames-Index Page</a:t>
            </a:r>
            <a:endParaRPr lang="en-US" sz="3200">
              <a:latin typeface="Arial Regular" panose="020B0604020202090204" charset="0"/>
              <a:cs typeface="Arial Regular" panose="020B0604020202090204" charset="0"/>
            </a:endParaRPr>
          </a:p>
        </p:txBody>
      </p:sp>
      <p:pic>
        <p:nvPicPr>
          <p:cNvPr id="4" name="Content Placeholder 3" descr="Index_Page"/>
          <p:cNvPicPr>
            <a:picLocks noChangeAspect="1"/>
          </p:cNvPicPr>
          <p:nvPr>
            <p:ph idx="1"/>
          </p:nvPr>
        </p:nvPicPr>
        <p:blipFill>
          <a:blip r:embed="rId1"/>
          <a:stretch>
            <a:fillRect/>
          </a:stretch>
        </p:blipFill>
        <p:spPr>
          <a:xfrm>
            <a:off x="296545" y="1825625"/>
            <a:ext cx="9159240" cy="4351655"/>
          </a:xfrm>
          <a:prstGeom prst="rect">
            <a:avLst/>
          </a:prstGeom>
        </p:spPr>
      </p:pic>
      <p:sp>
        <p:nvSpPr>
          <p:cNvPr id="5" name="Text Box 4"/>
          <p:cNvSpPr txBox="1"/>
          <p:nvPr/>
        </p:nvSpPr>
        <p:spPr>
          <a:xfrm>
            <a:off x="9542780" y="1991995"/>
            <a:ext cx="2388235" cy="1814830"/>
          </a:xfrm>
          <a:prstGeom prst="rect">
            <a:avLst/>
          </a:prstGeom>
          <a:noFill/>
        </p:spPr>
        <p:txBody>
          <a:bodyPr wrap="square" rtlCol="0">
            <a:spAutoFit/>
          </a:bodyPr>
          <a:p>
            <a:r>
              <a:rPr lang="en-US" sz="1400">
                <a:latin typeface="Arial Regular" panose="020B0604020202090204" charset="0"/>
                <a:cs typeface="Arial Regular" panose="020B0604020202090204" charset="0"/>
              </a:rPr>
              <a:t>-Index Page contain personal information, cute pic of mine and links to professional social accounts.</a:t>
            </a:r>
            <a:endParaRPr lang="en-US" sz="1400">
              <a:latin typeface="Arial Regular" panose="020B0604020202090204" charset="0"/>
              <a:cs typeface="Arial Regular" panose="020B0604020202090204" charset="0"/>
            </a:endParaRPr>
          </a:p>
          <a:p>
            <a:r>
              <a:rPr lang="en-US" sz="1400">
                <a:latin typeface="Arial Regular" panose="020B0604020202090204" charset="0"/>
                <a:cs typeface="Arial Regular" panose="020B0604020202090204" charset="0"/>
              </a:rPr>
              <a:t>-nav bar and social acounts with display flex. Which is the same for each page.</a:t>
            </a:r>
            <a:endParaRPr lang="en-US" sz="1400">
              <a:latin typeface="Arial Regular" panose="020B0604020202090204" charset="0"/>
              <a:cs typeface="Arial Regular" panose="020B060402020209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7105"/>
          </a:xfrm>
        </p:spPr>
        <p:txBody>
          <a:bodyPr/>
          <a:p>
            <a:pPr algn="ctr"/>
            <a:r>
              <a:rPr lang="en-US" sz="3200">
                <a:latin typeface="Arial Regular" panose="020B0604020202090204" charset="0"/>
                <a:cs typeface="Arial Regular" panose="020B0604020202090204" charset="0"/>
              </a:rPr>
              <a:t>Index Page ScreenShot</a:t>
            </a:r>
            <a:endParaRPr lang="en-US" sz="3200">
              <a:latin typeface="Arial Regular" panose="020B0604020202090204" charset="0"/>
              <a:cs typeface="Arial Regular" panose="020B0604020202090204" charset="0"/>
            </a:endParaRPr>
          </a:p>
        </p:txBody>
      </p:sp>
      <p:sp>
        <p:nvSpPr>
          <p:cNvPr id="3" name="Content Placeholder 2"/>
          <p:cNvSpPr>
            <a:spLocks noGrp="1"/>
          </p:cNvSpPr>
          <p:nvPr>
            <p:ph idx="1"/>
          </p:nvPr>
        </p:nvSpPr>
        <p:spPr/>
        <p:txBody>
          <a:bodyPr/>
          <a:p>
            <a:endParaRPr lang="en-US"/>
          </a:p>
        </p:txBody>
      </p:sp>
      <p:sp>
        <p:nvSpPr>
          <p:cNvPr id="4" name="Text Box 3"/>
          <p:cNvSpPr txBox="1"/>
          <p:nvPr/>
        </p:nvSpPr>
        <p:spPr>
          <a:xfrm>
            <a:off x="600710" y="1246505"/>
            <a:ext cx="4058285" cy="521970"/>
          </a:xfrm>
          <a:prstGeom prst="rect">
            <a:avLst/>
          </a:prstGeom>
          <a:noFill/>
        </p:spPr>
        <p:txBody>
          <a:bodyPr wrap="square" rtlCol="0">
            <a:spAutoFit/>
          </a:bodyPr>
          <a:p>
            <a:r>
              <a:rPr lang="en-US" sz="1400">
                <a:latin typeface="Arial Regular" panose="020B0604020202090204" charset="0"/>
                <a:cs typeface="Arial Regular" panose="020B0604020202090204" charset="0"/>
              </a:rPr>
              <a:t>Flexbox on nav bar, which change the layout over 1200px</a:t>
            </a:r>
            <a:endParaRPr lang="en-US" sz="1400">
              <a:latin typeface="Arial Regular" panose="020B0604020202090204" charset="0"/>
              <a:cs typeface="Arial Regular" panose="020B0604020202090204" charset="0"/>
            </a:endParaRPr>
          </a:p>
        </p:txBody>
      </p:sp>
      <p:sp>
        <p:nvSpPr>
          <p:cNvPr id="5" name="Text Box 4"/>
          <p:cNvSpPr txBox="1"/>
          <p:nvPr/>
        </p:nvSpPr>
        <p:spPr>
          <a:xfrm>
            <a:off x="5045075" y="1318895"/>
            <a:ext cx="5260975" cy="737235"/>
          </a:xfrm>
          <a:prstGeom prst="rect">
            <a:avLst/>
          </a:prstGeom>
          <a:noFill/>
        </p:spPr>
        <p:txBody>
          <a:bodyPr wrap="square" rtlCol="0">
            <a:spAutoFit/>
          </a:bodyPr>
          <a:p>
            <a:r>
              <a:rPr lang="en-US" sz="1400">
                <a:latin typeface="Arial Regular" panose="020B0604020202090204" charset="0"/>
                <a:cs typeface="Arial Regular" panose="020B0604020202090204" charset="0"/>
              </a:rPr>
              <a:t>use clamp for header,title and text. Hence the size of text will change according to the resolution size. Clamp also used for the rest of pages</a:t>
            </a:r>
            <a:endParaRPr lang="en-US" sz="1400">
              <a:latin typeface="Arial Regular" panose="020B0604020202090204" charset="0"/>
              <a:cs typeface="Arial Regular" panose="020B0604020202090204" charset="0"/>
            </a:endParaRPr>
          </a:p>
        </p:txBody>
      </p:sp>
      <p:sp>
        <p:nvSpPr>
          <p:cNvPr id="6" name="Text Box 5"/>
          <p:cNvSpPr txBox="1"/>
          <p:nvPr/>
        </p:nvSpPr>
        <p:spPr>
          <a:xfrm>
            <a:off x="210820" y="6034405"/>
            <a:ext cx="5257800" cy="521970"/>
          </a:xfrm>
          <a:prstGeom prst="rect">
            <a:avLst/>
          </a:prstGeom>
          <a:noFill/>
        </p:spPr>
        <p:txBody>
          <a:bodyPr wrap="square" rtlCol="0">
            <a:spAutoFit/>
          </a:bodyPr>
          <a:p>
            <a:r>
              <a:rPr lang="en-US" sz="1400">
                <a:latin typeface="Arial Regular" panose="020B0604020202090204" charset="0"/>
                <a:cs typeface="Arial Regular" panose="020B0604020202090204" charset="0"/>
              </a:rPr>
              <a:t>Under 1200px,imgage size will change according to the resolution size. Once reach 1200px, the size will be fixed. </a:t>
            </a:r>
            <a:endParaRPr lang="en-US" sz="1400">
              <a:latin typeface="Arial Regular" panose="020B0604020202090204" charset="0"/>
              <a:cs typeface="Arial Regular" panose="020B0604020202090204" charset="0"/>
            </a:endParaRPr>
          </a:p>
        </p:txBody>
      </p:sp>
      <p:sp>
        <p:nvSpPr>
          <p:cNvPr id="7" name="Text Box 6"/>
          <p:cNvSpPr txBox="1"/>
          <p:nvPr/>
        </p:nvSpPr>
        <p:spPr>
          <a:xfrm>
            <a:off x="6686550" y="6177280"/>
            <a:ext cx="3618865" cy="275590"/>
          </a:xfrm>
          <a:prstGeom prst="rect">
            <a:avLst/>
          </a:prstGeom>
          <a:noFill/>
        </p:spPr>
        <p:txBody>
          <a:bodyPr wrap="square" rtlCol="0">
            <a:spAutoFit/>
          </a:bodyPr>
          <a:p>
            <a:r>
              <a:rPr lang="en-US" sz="1200">
                <a:latin typeface="Arial Regular" panose="020B0604020202090204" charset="0"/>
                <a:cs typeface="Arial Regular" panose="020B0604020202090204" charset="0"/>
              </a:rPr>
              <a:t>flexbox on the content, image and text part. </a:t>
            </a:r>
            <a:endParaRPr lang="en-US" sz="1200">
              <a:latin typeface="Arial Regular" panose="020B0604020202090204" charset="0"/>
              <a:cs typeface="Arial Regular" panose="020B060402020209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Wireframe-About me Page</a:t>
            </a:r>
            <a:endParaRPr lang="en-US" sz="3200">
              <a:latin typeface="Arial Regular" panose="020B0604020202090204" charset="0"/>
              <a:cs typeface="Arial Regular" panose="020B0604020202090204" charset="0"/>
            </a:endParaRPr>
          </a:p>
        </p:txBody>
      </p:sp>
      <p:pic>
        <p:nvPicPr>
          <p:cNvPr id="4" name="Content Placeholder 3" descr="About_Me_Page"/>
          <p:cNvPicPr>
            <a:picLocks noChangeAspect="1"/>
          </p:cNvPicPr>
          <p:nvPr>
            <p:ph idx="1"/>
          </p:nvPr>
        </p:nvPicPr>
        <p:blipFill>
          <a:blip r:embed="rId1"/>
          <a:stretch>
            <a:fillRect/>
          </a:stretch>
        </p:blipFill>
        <p:spPr>
          <a:xfrm>
            <a:off x="1122680" y="1825625"/>
            <a:ext cx="9945370" cy="43516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56235"/>
            <a:ext cx="10515600" cy="1325563"/>
          </a:xfrm>
        </p:spPr>
        <p:txBody>
          <a:bodyPr/>
          <a:p>
            <a:pPr algn="ctr"/>
            <a:r>
              <a:rPr lang="en-US" sz="3200">
                <a:latin typeface="Arial Regular" panose="020B0604020202090204" charset="0"/>
                <a:cs typeface="Arial Regular" panose="020B0604020202090204" charset="0"/>
              </a:rPr>
              <a:t>About me Page</a:t>
            </a:r>
            <a:endParaRPr lang="en-US" sz="3200">
              <a:latin typeface="Arial Regular" panose="020B0604020202090204" charset="0"/>
              <a:cs typeface="Arial Regular" panose="020B0604020202090204" charset="0"/>
            </a:endParaRPr>
          </a:p>
        </p:txBody>
      </p:sp>
      <p:sp>
        <p:nvSpPr>
          <p:cNvPr id="3" name="Content Placeholder 2"/>
          <p:cNvSpPr>
            <a:spLocks noGrp="1"/>
          </p:cNvSpPr>
          <p:nvPr>
            <p:ph idx="1"/>
          </p:nvPr>
        </p:nvSpPr>
        <p:spPr/>
        <p:txBody>
          <a:bodyPr/>
          <a:p>
            <a:endParaRPr lang="en-US"/>
          </a:p>
        </p:txBody>
      </p:sp>
      <p:sp>
        <p:nvSpPr>
          <p:cNvPr id="4" name="Text Box 3"/>
          <p:cNvSpPr txBox="1"/>
          <p:nvPr/>
        </p:nvSpPr>
        <p:spPr>
          <a:xfrm>
            <a:off x="409575" y="848360"/>
            <a:ext cx="1862455" cy="737235"/>
          </a:xfrm>
          <a:prstGeom prst="rect">
            <a:avLst/>
          </a:prstGeom>
          <a:noFill/>
        </p:spPr>
        <p:txBody>
          <a:bodyPr wrap="square" rtlCol="0">
            <a:spAutoFit/>
          </a:bodyPr>
          <a:p>
            <a:r>
              <a:rPr lang="en-US" sz="1400">
                <a:latin typeface="Arial Regular" panose="020B0604020202090204" charset="0"/>
                <a:cs typeface="Arial Regular" panose="020B0604020202090204" charset="0"/>
              </a:rPr>
              <a:t>Background, work/study history, resume</a:t>
            </a:r>
            <a:endParaRPr lang="en-US" sz="1400">
              <a:latin typeface="Arial Regular" panose="020B0604020202090204" charset="0"/>
              <a:cs typeface="Arial Regular" panose="020B0604020202090204" charset="0"/>
            </a:endParaRPr>
          </a:p>
        </p:txBody>
      </p:sp>
      <p:sp>
        <p:nvSpPr>
          <p:cNvPr id="5" name="Text Box 4"/>
          <p:cNvSpPr txBox="1"/>
          <p:nvPr/>
        </p:nvSpPr>
        <p:spPr>
          <a:xfrm>
            <a:off x="3026410" y="1379220"/>
            <a:ext cx="2468245" cy="521970"/>
          </a:xfrm>
          <a:prstGeom prst="rect">
            <a:avLst/>
          </a:prstGeom>
          <a:noFill/>
        </p:spPr>
        <p:txBody>
          <a:bodyPr wrap="square" rtlCol="0">
            <a:spAutoFit/>
          </a:bodyPr>
          <a:p>
            <a:r>
              <a:rPr lang="en-US" sz="1400">
                <a:latin typeface="Arial Regular" panose="020B0604020202090204" charset="0"/>
                <a:cs typeface="Arial Regular" panose="020B0604020202090204" charset="0"/>
              </a:rPr>
              <a:t>flexbox and change layout on 1200px</a:t>
            </a:r>
            <a:endParaRPr lang="en-US" sz="1400">
              <a:latin typeface="Arial Regular" panose="020B0604020202090204" charset="0"/>
              <a:cs typeface="Arial Regular" panose="020B0604020202090204" charset="0"/>
            </a:endParaRPr>
          </a:p>
        </p:txBody>
      </p:sp>
      <p:sp>
        <p:nvSpPr>
          <p:cNvPr id="6" name="Text Box 5"/>
          <p:cNvSpPr txBox="1"/>
          <p:nvPr/>
        </p:nvSpPr>
        <p:spPr>
          <a:xfrm>
            <a:off x="7273925" y="1435100"/>
            <a:ext cx="1937385" cy="521970"/>
          </a:xfrm>
          <a:prstGeom prst="rect">
            <a:avLst/>
          </a:prstGeom>
          <a:noFill/>
        </p:spPr>
        <p:txBody>
          <a:bodyPr wrap="square" rtlCol="0">
            <a:spAutoFit/>
          </a:bodyPr>
          <a:p>
            <a:r>
              <a:rPr lang="en-US" sz="1400">
                <a:latin typeface="Arial Regular" panose="020B0604020202090204" charset="0"/>
                <a:cs typeface="Arial Regular" panose="020B0604020202090204" charset="0"/>
              </a:rPr>
              <a:t>underline the current page</a:t>
            </a:r>
            <a:endParaRPr lang="en-US" sz="1400">
              <a:latin typeface="Arial Regular" panose="020B0604020202090204" charset="0"/>
              <a:cs typeface="Arial Regular" panose="020B060402020209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Wireframe-Blogs Page</a:t>
            </a:r>
            <a:endParaRPr lang="en-US" sz="3200">
              <a:latin typeface="Arial Regular" panose="020B0604020202090204" charset="0"/>
              <a:cs typeface="Arial Regular" panose="020B0604020202090204" charset="0"/>
            </a:endParaRPr>
          </a:p>
        </p:txBody>
      </p:sp>
      <p:pic>
        <p:nvPicPr>
          <p:cNvPr id="8" name="Content Placeholder 7" descr="Blogs_Page"/>
          <p:cNvPicPr>
            <a:picLocks noChangeAspect="1"/>
          </p:cNvPicPr>
          <p:nvPr>
            <p:ph idx="1"/>
          </p:nvPr>
        </p:nvPicPr>
        <p:blipFill>
          <a:blip r:embed="rId1"/>
          <a:stretch>
            <a:fillRect/>
          </a:stretch>
        </p:blipFill>
        <p:spPr>
          <a:xfrm>
            <a:off x="1097280" y="1825625"/>
            <a:ext cx="9996805" cy="43516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Blogs Page</a:t>
            </a:r>
            <a:endParaRPr lang="en-US" sz="3200">
              <a:latin typeface="Arial Regular" panose="020B0604020202090204" charset="0"/>
              <a:cs typeface="Arial Regular" panose="020B0604020202090204" charset="0"/>
            </a:endParaRPr>
          </a:p>
        </p:txBody>
      </p:sp>
      <p:sp>
        <p:nvSpPr>
          <p:cNvPr id="3" name="Content Placeholder 2"/>
          <p:cNvSpPr>
            <a:spLocks noGrp="1"/>
          </p:cNvSpPr>
          <p:nvPr>
            <p:ph idx="1"/>
          </p:nvPr>
        </p:nvSpPr>
        <p:spPr/>
        <p:txBody>
          <a:bodyPr/>
          <a:p>
            <a:endParaRPr lang="en-US"/>
          </a:p>
        </p:txBody>
      </p:sp>
      <p:sp>
        <p:nvSpPr>
          <p:cNvPr id="4" name="Text Box 3"/>
          <p:cNvSpPr txBox="1"/>
          <p:nvPr/>
        </p:nvSpPr>
        <p:spPr>
          <a:xfrm>
            <a:off x="283845" y="1277620"/>
            <a:ext cx="3329305" cy="737235"/>
          </a:xfrm>
          <a:prstGeom prst="rect">
            <a:avLst/>
          </a:prstGeom>
          <a:noFill/>
        </p:spPr>
        <p:txBody>
          <a:bodyPr wrap="square" rtlCol="0">
            <a:spAutoFit/>
          </a:bodyPr>
          <a:p>
            <a:r>
              <a:rPr lang="en-US" sz="1400">
                <a:latin typeface="Arial Regular" panose="020B0604020202090204" charset="0"/>
                <a:cs typeface="Arial Regular" panose="020B0604020202090204" charset="0"/>
              </a:rPr>
              <a:t>horizontal design and hide overlay text to save sapce for low resolution audience</a:t>
            </a:r>
            <a:endParaRPr lang="en-US" sz="1400">
              <a:latin typeface="Arial Regular" panose="020B0604020202090204" charset="0"/>
              <a:cs typeface="Arial Regular" panose="020B0604020202090204" charset="0"/>
            </a:endParaRPr>
          </a:p>
        </p:txBody>
      </p:sp>
      <p:sp>
        <p:nvSpPr>
          <p:cNvPr id="5" name="Text Box 4"/>
          <p:cNvSpPr txBox="1"/>
          <p:nvPr/>
        </p:nvSpPr>
        <p:spPr>
          <a:xfrm>
            <a:off x="4182110" y="1301750"/>
            <a:ext cx="4288790" cy="737235"/>
          </a:xfrm>
          <a:prstGeom prst="rect">
            <a:avLst/>
          </a:prstGeom>
          <a:noFill/>
        </p:spPr>
        <p:txBody>
          <a:bodyPr wrap="square" rtlCol="0">
            <a:spAutoFit/>
          </a:bodyPr>
          <a:p>
            <a:r>
              <a:rPr lang="en-US" sz="1400">
                <a:latin typeface="Arial Regular" panose="020B0604020202090204" charset="0"/>
                <a:cs typeface="Arial Regular" panose="020B0604020202090204" charset="0"/>
              </a:rPr>
              <a:t>as resolution become bigger, more text will be seen by audience. Once over 1200px, it will display two post at same line.</a:t>
            </a:r>
            <a:endParaRPr lang="en-US" sz="1400">
              <a:latin typeface="Arial Regular" panose="020B0604020202090204" charset="0"/>
              <a:cs typeface="Arial Regular" panose="020B0604020202090204" charset="0"/>
            </a:endParaRPr>
          </a:p>
        </p:txBody>
      </p:sp>
      <p:sp>
        <p:nvSpPr>
          <p:cNvPr id="6" name="Text Box 5"/>
          <p:cNvSpPr txBox="1"/>
          <p:nvPr/>
        </p:nvSpPr>
        <p:spPr>
          <a:xfrm>
            <a:off x="7049135" y="6337300"/>
            <a:ext cx="4300855" cy="306705"/>
          </a:xfrm>
          <a:prstGeom prst="rect">
            <a:avLst/>
          </a:prstGeom>
          <a:noFill/>
        </p:spPr>
        <p:txBody>
          <a:bodyPr wrap="square" rtlCol="0">
            <a:spAutoFit/>
          </a:bodyPr>
          <a:p>
            <a:r>
              <a:rPr lang="en-US" sz="1400">
                <a:latin typeface="Arial Regular" panose="020B0604020202090204" charset="0"/>
                <a:cs typeface="Arial Regular" panose="020B0604020202090204" charset="0"/>
              </a:rPr>
              <a:t>post will enlarge when hover</a:t>
            </a:r>
            <a:endParaRPr lang="en-US" sz="1400">
              <a:latin typeface="Arial Regular" panose="020B0604020202090204" charset="0"/>
              <a:cs typeface="Arial Regular" panose="020B0604020202090204" charset="0"/>
            </a:endParaRPr>
          </a:p>
        </p:txBody>
      </p:sp>
      <p:sp>
        <p:nvSpPr>
          <p:cNvPr id="7" name="Text Box 6"/>
          <p:cNvSpPr txBox="1"/>
          <p:nvPr/>
        </p:nvSpPr>
        <p:spPr>
          <a:xfrm>
            <a:off x="603885" y="6171565"/>
            <a:ext cx="3187065" cy="737235"/>
          </a:xfrm>
          <a:prstGeom prst="rect">
            <a:avLst/>
          </a:prstGeom>
          <a:noFill/>
        </p:spPr>
        <p:txBody>
          <a:bodyPr wrap="square" rtlCol="0">
            <a:spAutoFit/>
          </a:bodyPr>
          <a:p>
            <a:r>
              <a:rPr lang="en-US" sz="1400">
                <a:latin typeface="Arial Regular" panose="020B0604020202090204" charset="0"/>
                <a:cs typeface="Arial Regular" panose="020B0604020202090204" charset="0"/>
              </a:rPr>
              <a:t>set background color for each post to make audience more easier to distinguish them</a:t>
            </a:r>
            <a:endParaRPr lang="en-US" sz="1400">
              <a:latin typeface="Arial Regular" panose="020B0604020202090204" charset="0"/>
              <a:cs typeface="Arial Regular" panose="020B0604020202090204" charset="0"/>
            </a:endParaRPr>
          </a:p>
        </p:txBody>
      </p:sp>
      <p:sp>
        <p:nvSpPr>
          <p:cNvPr id="8" name="Text Box 7"/>
          <p:cNvSpPr txBox="1"/>
          <p:nvPr/>
        </p:nvSpPr>
        <p:spPr>
          <a:xfrm>
            <a:off x="4016375" y="6386830"/>
            <a:ext cx="2369820" cy="306705"/>
          </a:xfrm>
          <a:prstGeom prst="rect">
            <a:avLst/>
          </a:prstGeom>
          <a:noFill/>
        </p:spPr>
        <p:txBody>
          <a:bodyPr wrap="square" rtlCol="0">
            <a:spAutoFit/>
          </a:bodyPr>
          <a:p>
            <a:r>
              <a:rPr lang="en-US" sz="1400">
                <a:latin typeface="Arial Regular" panose="020B0604020202090204" charset="0"/>
                <a:cs typeface="Arial Regular" panose="020B0604020202090204" charset="0"/>
              </a:rPr>
              <a:t>back to top button</a:t>
            </a:r>
            <a:endParaRPr lang="en-US" sz="1400">
              <a:latin typeface="Arial Regular" panose="020B0604020202090204" charset="0"/>
              <a:cs typeface="Arial Regular" panose="020B060402020209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Wireframe-Single Blog Post Page</a:t>
            </a:r>
            <a:endParaRPr lang="en-US" sz="3200">
              <a:latin typeface="Arial Regular" panose="020B0604020202090204" charset="0"/>
              <a:cs typeface="Arial Regular" panose="020B0604020202090204" charset="0"/>
            </a:endParaRPr>
          </a:p>
        </p:txBody>
      </p:sp>
      <p:pic>
        <p:nvPicPr>
          <p:cNvPr id="4" name="Content Placeholder 3" descr="Single_Blog_Page"/>
          <p:cNvPicPr>
            <a:picLocks noChangeAspect="1"/>
          </p:cNvPicPr>
          <p:nvPr>
            <p:ph idx="1"/>
          </p:nvPr>
        </p:nvPicPr>
        <p:blipFill>
          <a:blip r:embed="rId1"/>
          <a:stretch>
            <a:fillRect/>
          </a:stretch>
        </p:blipFill>
        <p:spPr>
          <a:xfrm>
            <a:off x="838200" y="2032635"/>
            <a:ext cx="10515600" cy="393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Single Blog Page</a:t>
            </a:r>
            <a:endParaRPr lang="en-US" sz="3200">
              <a:latin typeface="Arial Regular" panose="020B0604020202090204" charset="0"/>
              <a:cs typeface="Arial Regular" panose="020B0604020202090204" charset="0"/>
            </a:endParaRPr>
          </a:p>
        </p:txBody>
      </p:sp>
      <p:sp>
        <p:nvSpPr>
          <p:cNvPr id="3" name="Content Placeholder 2"/>
          <p:cNvSpPr>
            <a:spLocks noGrp="1"/>
          </p:cNvSpPr>
          <p:nvPr>
            <p:ph idx="1"/>
          </p:nvPr>
        </p:nvSpPr>
        <p:spPr/>
        <p:txBody>
          <a:bodyPr/>
          <a:p>
            <a:endParaRPr lang="en-US"/>
          </a:p>
        </p:txBody>
      </p:sp>
      <p:sp>
        <p:nvSpPr>
          <p:cNvPr id="4" name="Text Box 3"/>
          <p:cNvSpPr txBox="1"/>
          <p:nvPr/>
        </p:nvSpPr>
        <p:spPr>
          <a:xfrm>
            <a:off x="342900" y="1076325"/>
            <a:ext cx="3376930" cy="521970"/>
          </a:xfrm>
          <a:prstGeom prst="rect">
            <a:avLst/>
          </a:prstGeom>
          <a:noFill/>
        </p:spPr>
        <p:txBody>
          <a:bodyPr wrap="square" rtlCol="0">
            <a:spAutoFit/>
          </a:bodyPr>
          <a:p>
            <a:r>
              <a:rPr lang="en-US" sz="1400">
                <a:latin typeface="Arial Regular" panose="020B0604020202090204" charset="0"/>
                <a:cs typeface="Arial Regular" panose="020B0604020202090204" charset="0"/>
              </a:rPr>
              <a:t>Flexbox on each blog post, change layout when over 1200px</a:t>
            </a:r>
            <a:endParaRPr lang="en-US" sz="1400">
              <a:latin typeface="Arial Regular" panose="020B0604020202090204" charset="0"/>
              <a:cs typeface="Arial Regular" panose="020B060402020209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Wireframe-Projects Page</a:t>
            </a:r>
            <a:endParaRPr lang="en-US" sz="3200">
              <a:latin typeface="Arial Regular" panose="020B0604020202090204" charset="0"/>
              <a:cs typeface="Arial Regular" panose="020B0604020202090204" charset="0"/>
            </a:endParaRPr>
          </a:p>
        </p:txBody>
      </p:sp>
      <p:pic>
        <p:nvPicPr>
          <p:cNvPr id="4" name="Content Placeholder 3" descr="Projects_Page"/>
          <p:cNvPicPr>
            <a:picLocks noChangeAspect="1"/>
          </p:cNvPicPr>
          <p:nvPr>
            <p:ph idx="1"/>
          </p:nvPr>
        </p:nvPicPr>
        <p:blipFill>
          <a:blip r:embed="rId1"/>
          <a:stretch>
            <a:fillRect/>
          </a:stretch>
        </p:blipFill>
        <p:spPr>
          <a:xfrm>
            <a:off x="838200" y="1890395"/>
            <a:ext cx="10515600" cy="4221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Projects Page</a:t>
            </a:r>
            <a:endParaRPr lang="en-US" sz="3200">
              <a:latin typeface="Arial Regular" panose="020B0604020202090204" charset="0"/>
              <a:cs typeface="Arial Regular" panose="020B0604020202090204" charset="0"/>
            </a:endParaRPr>
          </a:p>
        </p:txBody>
      </p:sp>
      <p:sp>
        <p:nvSpPr>
          <p:cNvPr id="3" name="Content Placeholder 2"/>
          <p:cNvSpPr>
            <a:spLocks noGrp="1"/>
          </p:cNvSpPr>
          <p:nvPr>
            <p:ph idx="1"/>
          </p:nvPr>
        </p:nvSpPr>
        <p:spPr>
          <a:xfrm>
            <a:off x="838200" y="1847215"/>
            <a:ext cx="10515600" cy="4351338"/>
          </a:xfrm>
        </p:spPr>
        <p:txBody>
          <a:bodyPr/>
          <a:p>
            <a:endParaRPr lang="en-US"/>
          </a:p>
        </p:txBody>
      </p:sp>
      <p:sp>
        <p:nvSpPr>
          <p:cNvPr id="4" name="Text Box 3"/>
          <p:cNvSpPr txBox="1"/>
          <p:nvPr/>
        </p:nvSpPr>
        <p:spPr>
          <a:xfrm>
            <a:off x="734060" y="1325245"/>
            <a:ext cx="3080385" cy="737235"/>
          </a:xfrm>
          <a:prstGeom prst="rect">
            <a:avLst/>
          </a:prstGeom>
          <a:noFill/>
        </p:spPr>
        <p:txBody>
          <a:bodyPr wrap="square" rtlCol="0">
            <a:spAutoFit/>
          </a:bodyPr>
          <a:p>
            <a:r>
              <a:rPr lang="en-US" sz="1400">
                <a:latin typeface="Arial Regular" panose="020B0604020202090204" charset="0"/>
                <a:cs typeface="Arial Regular" panose="020B0604020202090204" charset="0"/>
              </a:rPr>
              <a:t>Flexbox on the page and also for the single project. Layout change with resolution changes</a:t>
            </a:r>
            <a:endParaRPr lang="en-US" sz="1400">
              <a:latin typeface="Arial Regular" panose="020B0604020202090204" charset="0"/>
              <a:cs typeface="Arial Regular" panose="020B0604020202090204" charset="0"/>
            </a:endParaRPr>
          </a:p>
        </p:txBody>
      </p:sp>
      <p:sp>
        <p:nvSpPr>
          <p:cNvPr id="5" name="Text Box 4"/>
          <p:cNvSpPr txBox="1"/>
          <p:nvPr/>
        </p:nvSpPr>
        <p:spPr>
          <a:xfrm>
            <a:off x="4632325" y="1372870"/>
            <a:ext cx="3329305" cy="521970"/>
          </a:xfrm>
          <a:prstGeom prst="rect">
            <a:avLst/>
          </a:prstGeom>
          <a:noFill/>
        </p:spPr>
        <p:txBody>
          <a:bodyPr wrap="square" rtlCol="0">
            <a:spAutoFit/>
          </a:bodyPr>
          <a:p>
            <a:pPr algn="ctr"/>
            <a:r>
              <a:rPr lang="en-US" sz="1400">
                <a:latin typeface="Arial Regular" panose="020B0604020202090204" charset="0"/>
                <a:cs typeface="Arial Regular" panose="020B0604020202090204" charset="0"/>
              </a:rPr>
              <a:t>background color to easily distinguish each other</a:t>
            </a:r>
            <a:endParaRPr lang="en-US" sz="1400">
              <a:latin typeface="Arial Regular" panose="020B0604020202090204" charset="0"/>
              <a:cs typeface="Arial Regular" panose="020B0604020202090204" charset="0"/>
            </a:endParaRPr>
          </a:p>
        </p:txBody>
      </p:sp>
      <p:sp>
        <p:nvSpPr>
          <p:cNvPr id="6" name="Text Box 5"/>
          <p:cNvSpPr txBox="1"/>
          <p:nvPr/>
        </p:nvSpPr>
        <p:spPr>
          <a:xfrm>
            <a:off x="8672195" y="1384300"/>
            <a:ext cx="3128010" cy="953135"/>
          </a:xfrm>
          <a:prstGeom prst="rect">
            <a:avLst/>
          </a:prstGeom>
          <a:noFill/>
        </p:spPr>
        <p:txBody>
          <a:bodyPr wrap="square" rtlCol="0">
            <a:spAutoFit/>
          </a:bodyPr>
          <a:p>
            <a:r>
              <a:rPr lang="en-US" sz="1400">
                <a:latin typeface="Arial Regular" panose="020B0604020202090204" charset="0"/>
                <a:cs typeface="Arial Regular" panose="020B0604020202090204" charset="0"/>
              </a:rPr>
              <a:t>not like blog post, project has vertical design. Because normally the description will not be too long compared with posts</a:t>
            </a:r>
            <a:endParaRPr lang="en-US" sz="1400">
              <a:latin typeface="Arial Regular" panose="020B0604020202090204" charset="0"/>
              <a:cs typeface="Arial Regular" panose="020B060402020209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a:latin typeface="Arial Regular" panose="020B0604020202090204" charset="0"/>
                <a:cs typeface="Arial Regular" panose="020B0604020202090204" charset="0"/>
              </a:rPr>
              <a:t>List of components</a:t>
            </a:r>
            <a:endParaRPr lang="en-US" sz="3200">
              <a:latin typeface="Arial Regular" panose="020B0604020202090204" charset="0"/>
              <a:cs typeface="Arial Regular" panose="020B0604020202090204" charset="0"/>
            </a:endParaRPr>
          </a:p>
        </p:txBody>
      </p:sp>
      <p:sp>
        <p:nvSpPr>
          <p:cNvPr id="3" name="Content Placeholder 2"/>
          <p:cNvSpPr>
            <a:spLocks noGrp="1"/>
          </p:cNvSpPr>
          <p:nvPr>
            <p:ph idx="1"/>
          </p:nvPr>
        </p:nvSpPr>
        <p:spPr/>
        <p:txBody>
          <a:bodyPr/>
          <a:p>
            <a:pPr marL="0" indent="0">
              <a:buNone/>
            </a:pPr>
            <a:r>
              <a:rPr lang="en-US"/>
              <a:t>1. Nav bar on the top of each page. It is easy to find, change the layout with resolution. It will underline the current page that audience is viewing and enlarge when hovered over.</a:t>
            </a:r>
            <a:endParaRPr lang="en-US"/>
          </a:p>
          <a:p>
            <a:pPr marL="0" indent="0">
              <a:buNone/>
            </a:pPr>
            <a:r>
              <a:rPr lang="en-US"/>
              <a:t>2.Footer at the bottom. The icon will enlarge when hovered over.</a:t>
            </a:r>
            <a:endParaRPr lang="en-US"/>
          </a:p>
          <a:p>
            <a:pPr marL="0" indent="0">
              <a:buNone/>
            </a:pPr>
            <a:r>
              <a:rPr lang="en-US"/>
              <a:t>3.Flexbox on each page. Each page has flex container and each single component is set as flex container in order to be responsive for difference viewport. Each page will have different layout at different resolution.</a:t>
            </a:r>
            <a:endParaRPr lang="en-US"/>
          </a:p>
          <a:p>
            <a:pPr marL="0" indent="0">
              <a:buNone/>
            </a:pPr>
            <a:r>
              <a:rPr lang="en-US"/>
              <a:t>4.</a:t>
            </a:r>
            <a:endParaRPr lang="en-US"/>
          </a:p>
        </p:txBody>
      </p:sp>
    </p:spTree>
  </p:cSld>
  <p:clrMapOvr>
    <a:masterClrMapping/>
  </p:clrMapOvr>
</p:sld>
</file>

<file path=ppt/tags/tag1.xml><?xml version="1.0" encoding="utf-8"?>
<p:tagLst xmlns:p="http://schemas.openxmlformats.org/presentationml/2006/main">
  <p:tag name="KSO_WM_SLIDE_MODEL_TYPE" val="cov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1994</Words>
  <Application>WPS Presentation</Application>
  <PresentationFormat>Widescreen</PresentationFormat>
  <Paragraphs>66</Paragraphs>
  <Slides>13</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13</vt:i4>
      </vt:variant>
    </vt:vector>
  </HeadingPairs>
  <TitlesOfParts>
    <vt:vector size="31" baseType="lpstr">
      <vt:lpstr>Arial</vt:lpstr>
      <vt:lpstr>SimSun</vt:lpstr>
      <vt:lpstr>Wingdings</vt:lpstr>
      <vt:lpstr>Arial Unicode MS</vt:lpstr>
      <vt:lpstr>Calibri Light</vt:lpstr>
      <vt:lpstr>Helvetica Neue</vt:lpstr>
      <vt:lpstr>Calibri</vt:lpstr>
      <vt:lpstr>微软雅黑</vt:lpstr>
      <vt:lpstr>汉仪旗黑</vt:lpstr>
      <vt:lpstr>宋体-简</vt:lpstr>
      <vt:lpstr>Baoli SC</vt:lpstr>
      <vt:lpstr>Apple LiSung</vt:lpstr>
      <vt:lpstr>Hannotate SC Regular</vt:lpstr>
      <vt:lpstr>Hannotate TC Regular</vt:lpstr>
      <vt:lpstr>Baoli TC</vt:lpstr>
      <vt:lpstr>LingWai TC</vt:lpstr>
      <vt:lpstr>Arial Regular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Website Presentation</dc:title>
  <dc:creator>niuchengqun</dc:creator>
  <cp:lastModifiedBy>niuchengqun</cp:lastModifiedBy>
  <cp:revision>1</cp:revision>
  <dcterms:created xsi:type="dcterms:W3CDTF">2022-08-25T06:58:30Z</dcterms:created>
  <dcterms:modified xsi:type="dcterms:W3CDTF">2022-08-25T06:58:30Z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1033-3.1.6.6275</vt:lpwstr>
  </property>
</Properties>
</file>